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[Sources]
- https://www.notion.so/ease-teamspace/2ff9fe64d75980f4af1ff0c87e1a113d?v=1b29fe64d7598035ab69000cee04d153
- https://www.notion.so/dbdc45f9b746467dac3cf2498f8f7e3d
- https://www.notion.so/a0cf1a96d2b5460d8f7e978d019494d3
[Script]
오늘의 핵심은 두 가지입니다.
첫째, CAD 모델링 생산성 자체를 강하게 올려야 합니다.
둘째, 그 생산성 개선을 검증과 제조 이관까지 연결해야 진짜 성과가 납니다.
이 발표는 자동차 설계 오퍼레이션과 우리 기술을 직접 매핑해서
어디에 우선 투자해야 하는지 제시합니다.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
[Script]
자동차 개발에서는 모델링 속도와 변경비용 관리를 분리해서 볼 수 없습니다.
모델링이 느리면 검증 진입이 늦어지고, 결국 후반 단계에서 큰 비용을 냅니다.
우리가 해결해야 할 병목은 반복 설계, 인터페이스 충돌, Tooling 이후 변경입니다.
즉 빠른 모델링이 중요하고, 그 결과가 검증으로 바로 이어져야 합니다.
 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0F172A"/>
          </a:solidFill>
          <a:ln w="12700">
            <a:solidFill>
              <a:srgbClr val="0F172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926080" y="0"/>
            <a:ext cx="6217920" cy="5143500"/>
          </a:xfrm>
          <a:prstGeom prst="rect">
            <a:avLst/>
          </a:prstGeom>
          <a:solidFill>
            <a:srgbClr val="111827"/>
          </a:solidFill>
          <a:ln w="12700">
            <a:solidFill>
              <a:srgbClr val="111827">
                <a:alpha val="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85800" y="105156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CAD AI 기반</a:t>
            </a:r>
            <a:endParaRPr lang="en-US" sz="3400" dirty="0"/>
          </a:p>
        </p:txBody>
      </p:sp>
      <p:sp>
        <p:nvSpPr>
          <p:cNvPr id="5" name="Text 3"/>
          <p:cNvSpPr/>
          <p:nvPr/>
        </p:nvSpPr>
        <p:spPr>
          <a:xfrm>
            <a:off x="685800" y="1627632"/>
            <a:ext cx="79552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자동차 설계 워크프로세스 혁신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85800" y="2542032"/>
            <a:ext cx="79552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1D5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모델링 생산성과 제조 워크플로우 효율을 동시에 끌어올리는 실행안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685800" y="3383280"/>
            <a:ext cx="2011680" cy="676656"/>
          </a:xfrm>
          <a:prstGeom prst="rect">
            <a:avLst/>
          </a:prstGeom>
          <a:solidFill>
            <a:srgbClr val="0EA5A4"/>
          </a:solidFill>
          <a:ln w="12700">
            <a:solidFill>
              <a:srgbClr val="0EA5A4">
                <a:alpha val="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361188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내부 개발자 브리핑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자동차 설계 오퍼레이션 리서치 · Automotive Design(컨셉~양산) · CAD AI Technology Overview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자동차 설계 오퍼레이션의 본질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모델링 속도와 변경 비용 곡선을 동시에 관리해야 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155448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67512" y="138074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Concept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2377440" y="1234440"/>
            <a:ext cx="155448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450592" y="138074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160520" y="1234440"/>
            <a:ext cx="1554480" cy="502920"/>
          </a:xfrm>
          <a:prstGeom prst="rect">
            <a:avLst/>
          </a:prstGeom>
          <a:solidFill>
            <a:srgbClr val="E2E8F0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33672" y="138074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943600" y="1234440"/>
            <a:ext cx="155448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016752" y="138074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726680" y="1234440"/>
            <a:ext cx="1554480" cy="502920"/>
          </a:xfrm>
          <a:prstGeom prst="rect">
            <a:avLst/>
          </a:prstGeom>
          <a:solidFill>
            <a:srgbClr val="D1FAE5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99832" y="1380744"/>
            <a:ext cx="1408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Pilot/Mass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94360" y="1965960"/>
            <a:ext cx="795528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2212848"/>
            <a:ext cx="7498080" cy="1965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문제 발견이 늦을수록 비용이 급증: 설계 1x → 프로토타입 10~100x → 양산 1,000x+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 수보다 인터페이스 의존성이 병목: 변경 1건이 연쇄 검토를 유발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Tooling 이후 변경은 금형 재작업으로 직결되어 일정과 원가에 큰 타격</a:t>
            </a:r>
            <a:endParaRPr lang="en-US" sz="1500" dirty="0"/>
          </a:p>
          <a:p>
            <a:pPr marL="342900" indent="-342900">
              <a:buSzPct val="100000"/>
              <a:buChar char="•"/>
            </a:pPr>
            <a:r>
              <a:rPr lang="en-US" sz="15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따라서 목표는 빠른 모델링 + 조기 검증 + 안정적 Freeze 도달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Automotive Design(컨셉~양산) 리서치 요약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핵심 관점: 단순 모델링 속도도 매우 중요하다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개선이 탐색 폭과 의사결정 품질을 동시에 높인다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3840480" cy="361188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22960" y="1481328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모델링 생산성 임팩트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822960" y="1865376"/>
            <a:ext cx="342900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부품당 설계 4~8시간 → 1~2시간 구간 단축(최대 75%)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반복 설계 라운드 10회 → 1~2회 수준 축소 가능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수작업 2일 도면 전환 → 자동 5분 케이스 확인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엔지니어 시간을 드로잉에서 의사결정 업무로 이동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663440" y="1234440"/>
            <a:ext cx="3886200" cy="3611880"/>
          </a:xfrm>
          <a:prstGeom prst="rect">
            <a:avLst/>
          </a:prstGeom>
          <a:solidFill>
            <a:srgbClr val="ECFEFF"/>
          </a:solidFill>
          <a:ln w="12700">
            <a:solidFill>
              <a:srgbClr val="99F6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481328"/>
            <a:ext cx="3474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속도 개선이 만드는 2차 효과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4892040" y="1865376"/>
            <a:ext cx="3429000" cy="2697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더 많은 대안 비교로 초기 아키텍처 선택 실패 확률 감소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 준비가 빨라져 Freeze 직전 변경 건수 감소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협업 리뷰를 감(感)이 아닌 데이터 중심으로 전환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결과적으로 제조 이관 리스크와 릴리즈 지연을 축소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CAD AI Technology Overview · 자동차 설계 오퍼레이션 리서치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자동차 제조 프로세스별 적용 포인트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어디에 무엇을 붙이면 실제 업무가 빨라지는가</a:t>
            </a:r>
            <a:endParaRPr lang="en-US" sz="13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261872"/>
          <a:ext cx="7955280" cy="3566160"/>
        </p:xfrm>
        <a:graphic>
          <a:graphicData uri="http://schemas.openxmlformats.org/drawingml/2006/table">
            <a:tbl>
              <a:tblPr/>
              <a:tblGrid>
                <a:gridCol w="1828800"/>
                <a:gridCol w="2651760"/>
                <a:gridCol w="3474720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프로세스 단계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CAD AI 적용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업무 효과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Concept/Styling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Text·Sketch to CAD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탐색 라운드 단축, 대안 비교 속도 향상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Detailed Design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파라메트릭 편집·코드 생성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부품 모델링 시간 및 수동 수정 시간 절감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DMU/Packaging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변경 영향 분석·충돌 리포트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검증 누락 감소, 리뷰 리드타임 단축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DFM/Tooling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제조 룰 체커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후행 변경·금형 재작업 위험 감소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Legacy 전환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2D→3D 변환(D2C)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레거시 자산 재활용률 증가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Automotive Design 리서치 · Dimension CAD AI 모듈 정의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정량/정성 효과 추적 프레임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 점수보다 운영 지표로 성과를 증명한다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234440"/>
            <a:ext cx="7955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04672" y="1453896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모델링 시간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2331720" y="1399032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4~8h → 1~2h</a:t>
            </a:r>
            <a:endParaRPr lang="en-US" sz="1900" dirty="0"/>
          </a:p>
        </p:txBody>
      </p:sp>
      <p:sp>
        <p:nvSpPr>
          <p:cNvPr id="7" name="Text 5"/>
          <p:cNvSpPr/>
          <p:nvPr/>
        </p:nvSpPr>
        <p:spPr>
          <a:xfrm>
            <a:off x="4526280" y="1453896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부품당 작업시간 최대 75% 단축 구간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94360" y="2112264"/>
            <a:ext cx="79552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04672" y="23317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도면 전환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331720" y="2276856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2일 → 5분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4526280" y="2331720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 legacy를 즉시 3D 편집 자산으로 전환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594360" y="2990088"/>
            <a:ext cx="795528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04672" y="3209544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설계 반복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331720" y="315468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10회 → 1~2회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526280" y="320954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대안 탐색과 수렴 속도 개선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94360" y="3867912"/>
            <a:ext cx="7955280" cy="731520"/>
          </a:xfrm>
          <a:prstGeom prst="rect">
            <a:avLst/>
          </a:prstGeom>
          <a:solidFill>
            <a:srgbClr val="F1F5F9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804672" y="4087368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핵심 KPI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2331720" y="4032504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0F766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Freeze 전 변경 건수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4526280" y="4087368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후행 변경을 줄이는 방향으로 운영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Sources: CAD AI Technology Overview 내부 성과 수치 · 자동차 설계 리서치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046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9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30-60-90일 실행안 (2026 로드맵 정렬)</a:t>
            </a:r>
            <a:endParaRPr lang="en-US" sz="2900" dirty="0"/>
          </a:p>
        </p:txBody>
      </p:sp>
      <p:sp>
        <p:nvSpPr>
          <p:cNvPr id="3" name="Text 1"/>
          <p:cNvSpPr/>
          <p:nvPr/>
        </p:nvSpPr>
        <p:spPr>
          <a:xfrm>
            <a:off x="548640" y="768096"/>
            <a:ext cx="8046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Q1→Q2→Q3 모듈 출시 순서에 맞춰 파일럿에서 운영으로 전환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594360" y="1325880"/>
            <a:ext cx="2514600" cy="3383280"/>
          </a:xfrm>
          <a:prstGeom prst="rect">
            <a:avLst/>
          </a:prstGeom>
          <a:solidFill>
            <a:srgbClr val="E0F2FE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58952" y="15361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30일 · Q1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758952" y="1938528"/>
            <a:ext cx="21488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2D→3D 범위 고정(3개 부품군)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품질 게이트: 생성/수정 성공률, 수동 보정 시간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aData 입력 표준화, aCAD extrude proof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325880"/>
            <a:ext cx="2514600" cy="3383280"/>
          </a:xfrm>
          <a:prstGeom prst="rect">
            <a:avLst/>
          </a:prstGeom>
          <a:solidFill>
            <a:srgbClr val="DCFCE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02152" y="15361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60일 · Q2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3502152" y="1938528"/>
            <a:ext cx="21488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Parts Design 경로 연결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DFM 체커 + DMU 사전 리포트 v1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파일럿 지표를 라이선스 전환 지표로 전환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080760" y="1325880"/>
            <a:ext cx="2514600" cy="3383280"/>
          </a:xfrm>
          <a:prstGeom prst="rect">
            <a:avLst/>
          </a:prstGeom>
          <a:solidFill>
            <a:srgbClr val="FEF3C7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245352" y="1536192"/>
            <a:ext cx="2148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1182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90일 · Q3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245352" y="1938528"/>
            <a:ext cx="2148840" cy="2606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Assembly/PLM 연동 스키마 표준화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변경 티켓↔CAD↔검증 최소 연동 구현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118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 readiness score v1 운영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Dimension 2026 Timeline &amp; Product Roadmap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118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85800" y="7498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A7F3D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결론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85800" y="1261872"/>
            <a:ext cx="78638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지금 우리 하고 있는 작업, 더 열심히 해보자.</a:t>
            </a:r>
            <a:endParaRPr lang="en-US" sz="3500" dirty="0"/>
          </a:p>
        </p:txBody>
      </p:sp>
      <p:sp>
        <p:nvSpPr>
          <p:cNvPr id="4" name="Shape 2"/>
          <p:cNvSpPr/>
          <p:nvPr/>
        </p:nvSpPr>
        <p:spPr>
          <a:xfrm>
            <a:off x="685800" y="2240280"/>
            <a:ext cx="7863840" cy="1737360"/>
          </a:xfrm>
          <a:prstGeom prst="rect">
            <a:avLst/>
          </a:prstGeom>
          <a:solidFill>
            <a:srgbClr val="1F2937"/>
          </a:solidFill>
          <a:ln w="12700">
            <a:solidFill>
              <a:srgbClr val="33415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14400" y="2651760"/>
            <a:ext cx="73152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모델링 속도 개선을 계속 밀고,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검증/제조 워크플로우 연결을 더 깊게 만들고,</a:t>
            </a:r>
            <a:endParaRPr lang="en-US" sz="1600" dirty="0"/>
          </a:p>
          <a:p>
            <a:pPr marL="342900" indent="-342900">
              <a:buSzPct val="100000"/>
              <a:buChar char="•"/>
            </a:pPr>
            <a:r>
              <a:rPr lang="en-US" sz="1600" dirty="0">
                <a:solidFill>
                  <a:srgbClr val="E5E7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Freeze/재작업/리드타임으로 성과를 증명하자.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4773168"/>
            <a:ext cx="8229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internal CAD AI development team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The Dimension Company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CAD AI 기반 자동차 설계 워크프로세스 혁신</dc:title>
  <dc:subject>CAD AI for automotive design workflow</dc:subject>
  <dc:creator>The Dimension Company</dc:creator>
  <cp:lastModifiedBy>The Dimension Company</cp:lastModifiedBy>
  <cp:revision>1</cp:revision>
  <dcterms:created xsi:type="dcterms:W3CDTF">2026-02-10T13:02:52Z</dcterms:created>
  <dcterms:modified xsi:type="dcterms:W3CDTF">2026-02-10T13:02:52Z</dcterms:modified>
</cp:coreProperties>
</file>