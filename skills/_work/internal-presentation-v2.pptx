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https://www.notion.so/ease-teamspace/2ff9fe64d75980f4af1ff0c87e1a113d?v=1b29fe64d7598035ab69000cee04d153
- https://www.notion.so/dbdc45f9b746467dac3cf2498f8f7e3d
- https://www.notion.so/a0cf1a96d2b5460d8f7e978d019494d3
[Script]
오늘의 핵심은 두 가지입니다.
첫째, CAD 모델링 생산성 자체를 강하게 올려야 합니다.
둘째, 그 생산성 개선을 검증과 제조 이관까지 연결해야 진짜 성과가 납니다.
이 발표는 자동차 설계 오퍼레이션과 우리 기술을 직접 매핑해서
어디에 우선 투자해야 하는지 제시합니다.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자동차 개발에서는 모델링 속도와 변경비용 관리를 분리해서 볼 수 없습니다.
모델링이 느리면 검증 진입이 늦어지고, 결국 후반 단계에서 큰 비용을 냅니다.
우리가 해결해야 할 병목은 반복 설계, 인터페이스 충돌, Tooling 이후 변경입니다.
즉 빠른 모델링이 중요하고, 그 결과가 검증으로 바로 이어져야 합니다.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AI 기반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자동차 설계 워크프로세스 혁신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4203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생산성과 제조 워크플로우 효율을 동시에 끌어올리는 실행안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2011680" cy="67665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개발자 브리핑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자동차 설계 리서치 · Automotive Design · CAD AI Technology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자동차 설계 오퍼레이션의 본질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속도와 변경 비용 곡선을 동시에 관리해야 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55448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234440"/>
            <a:ext cx="155448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234440"/>
            <a:ext cx="155448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234440"/>
            <a:ext cx="15544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75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26680" y="1234440"/>
            <a:ext cx="15544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983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Pilot/Mass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1965960"/>
            <a:ext cx="7955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12848"/>
            <a:ext cx="74980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발견이 늦을수록 비용이 급증: 설계 1x → 프로토타입 10~100x → 양산 1,000x+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수보다 인터페이스 의존성이 병목: 변경 1건이 연쇄 검토를 유발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이후 변경은 금형 재작업으로 직결되어 일정과 원가에 큰 타격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목표는 빠른 모델링 + 조기 검증 + 안정적 Freeze 도달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Automotive Design(컨셉~양산) 리서치 요약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관점: 단순 모델링 속도도 매우 중요하다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개선이 탐색 폭과 의사결정 품질을 동시에 높인다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생산성 임팩트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65376"/>
            <a:ext cx="34290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부품당 설계 4~8시간 → 1~2시간 구간 단축(최대 75%)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설계 라운드 10회 → 1~2회 수준 축소 가능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2일 도면 전환 → 자동 5분 케이스 확인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엔지니어 시간을 드로잉에서 의사결정 업무로 이동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886200" cy="3611880"/>
          </a:xfrm>
          <a:prstGeom prst="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개선이 만드는 2차 효과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865376"/>
            <a:ext cx="34290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많은 대안 비교로 초기 아키텍처 선택 실패 확률 감소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준비가 빨라져 Freeze 직전 변경 건수 감소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리뷰를 감(感)이 아닌 데이터 중심으로 전환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결과적으로 제조 이관 리스크와 릴리즈 지연을 축소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CAD AI Technology Overview · 자동차 설계 오퍼레이션 리서치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자동차 제조 프로세스별 적용 포인트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어디에 무엇을 붙이면 실제 업무가 빨라지는가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61872"/>
          <a:ext cx="7955280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34747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프로세스 단계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AI 적용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업무 효과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Concept/Styling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Text·Sketch to CAD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탐색 라운드 단축, 대안 비교 속도 향상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파라메트릭 편집·코드 생성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부품 모델링 시간 및 수동 수정 시간 절감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DMU/Packaging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영향 분석·충돌 리포트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누락 감소, 리뷰 리드타임 단축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DFM/Tooling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제조 룰 체커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후행 변경·금형 재작업 위험 감소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전환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2D→3D 변환(D2C)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레거시 자산 재활용률 증가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Automotive Design 리서치 · Dimension CAD AI 모듈 정의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정량/정성 효과 추적 프레임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점수보다 운영 지표로 성과를 증명한다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53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시간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99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4~8h → 1~2h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26280" y="1453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부품당 작업시간 최대 75% 단축 구간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12264"/>
            <a:ext cx="79552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전환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2276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 → 5분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2331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legacy를 즉시 3D 편집 자산으로 전환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990088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09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반복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10회 → 1~2회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26280" y="32095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대안 탐색과 수렴 속도 개선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867912"/>
            <a:ext cx="79552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87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KPI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4032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전 변경 건수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26280" y="40873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후행 변경을 줄이는 방향으로 운영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CAD AI Technology Overview 내부 성과 수치 · 자동차 설계 리서치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30-60-90일 실행안 (2026 로드맵 정렬)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Q1→Q2→Q3 모듈 출시 순서에 맞춰 파일럿에서 운영으로 전환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514600" cy="338328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361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 · 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" y="1938528"/>
            <a:ext cx="2148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2D→3D 범위 고정(3개 부품군)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게이트: 생성/수정 성공률, 수동 보정 시간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aData 입력 표준화, aCAD extrude proof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514600" cy="338328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5361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60일 · Q2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02152" y="1938528"/>
            <a:ext cx="2148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Parts Design 경로 연결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체커 + DMU 사전 리포트 v1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지표를 라이선스 전환 지표로 전환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514600" cy="338328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5361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90일 · Q3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45352" y="1938528"/>
            <a:ext cx="2148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Assembly/PLM 연동 스키마 표준화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티켓↔CAD↔검증 최소 연동 구현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readiness score v1 운영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Dimension 2026 Timeline &amp; Product Roadmap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85800" y="126187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우리 하고 있는 작업, 더 열심히 해보자.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7863840" cy="173736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517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속도 개선을 계속 밀고,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검증/제조 워크플로우 연결을 더 깊게 만들고,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Freeze/재작업/리드타임으로 성과를 증명하자.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CAD AI development 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The Dimension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 AI 기반 자동차 설계 워크프로세스 혁신</dc:title>
  <dc:subject>CAD AI for automotive design workflow</dc:subject>
  <dc:creator>The Dimension Company</dc:creator>
  <cp:lastModifiedBy>The Dimension Company</cp:lastModifiedBy>
  <cp:revision>1</cp:revision>
  <dcterms:created xsi:type="dcterms:W3CDTF">2026-02-10T13:14:24Z</dcterms:created>
  <dcterms:modified xsi:type="dcterms:W3CDTF">2026-02-10T13:14:25Z</dcterms:modified>
</cp:coreProperties>
</file>